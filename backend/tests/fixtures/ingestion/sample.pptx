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Orientation Week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Campus tour and registration.</a:t>
            </a:r>
          </a:p>
          <a:p>
            <a:r>
              <a:t>Day 2: Faculty introductions and course selection.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Support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Counseling office located in the Admin Block.</a:t>
            </a:r>
          </a:p>
          <a:p>
            <a:r>
              <a:t>Financial aid desk open Mon-Fri.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